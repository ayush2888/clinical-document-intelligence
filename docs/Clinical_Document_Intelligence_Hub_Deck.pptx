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Understanding and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Mid-size healthcare providers manually review intake forms, discharge summaries, lab reports, and physician notes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Process is slow, inconsistent, and error-prone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Staff need structured data and actionable summaries — not raw document reading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Objective — Build an AI proof-of-concept that: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Accepts clinical documents (TXT, PDF, image)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Extracts structured clinical entities with evidence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Generates patient summaries, risk flags, and recommended next steps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  • Supports multi-document merge for the same patient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6161"/>
                </a:solidFill>
              </a:defRPr>
            </a:pPr>
            <a:r>
              <a:t>Clinical Document Intelligence Hub  ·  Synthetic demo data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Solution Architecture and Design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2560320"/>
          </a:xfrm>
          <a:prstGeom prst="rect">
            <a:avLst/>
          </a:prstGeom>
          <a:solidFill>
            <a:srgbClr val="E8F4F8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Upload (TXT/PDF/IMG)  →  Ingest (PyMuPDF/Tesseract)  →  LLM Extract (Groq)</a:t>
            </a:r>
            <a:br/>
            <a:r>
              <a:t>  →  Confidence + Normalize  →  Knowledge Retrieval  →  Rule Assessment</a:t>
            </a:r>
            <a:br/>
            <a:r>
              <a:t>  →  Summary Generator  →  Streamlit Dashboard</a:t>
            </a:r>
            <a:br/>
            <a:br/>
            <a:r>
              <a:t>Multi-document Merge: combine notes, discharge, labs for same patient</a:t>
            </a:r>
            <a:br/>
            <a:r>
              <a:t>with provenance tags and patient conflict guard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14800"/>
            <a:ext cx="1371600" cy="6400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Upload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2240280" y="4114800"/>
            <a:ext cx="1371600" cy="6400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Ingest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4114800"/>
            <a:ext cx="1371600" cy="6400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Extract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623560" y="4114800"/>
            <a:ext cx="1371600" cy="6400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Assess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4114800"/>
            <a:ext cx="1371600" cy="6400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4771"/>
                </a:solidFill>
              </a:defRPr>
            </a:pPr>
            <a:r>
              <a:t>Stack: Python · Groq LLM · Pydantic · Streamlit · PyMuPDF · Tesseract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Implementation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7-step pipeline: ingest → extract → score → normalize → knowledge → assess → summarize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Schema-validated extraction with Pydantic + evidence quotes per field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Workflow flags: transparent rules (HbA1c &gt; 9%, BP &gt; 140/90)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Multi-document merge with provenance tags and conflict guard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Evaluation: live metrics vs ground_truth.json + Superinsight benchmark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JSON export for audit trail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188720"/>
            <a:ext cx="1920240" cy="1737360"/>
          </a:xfrm>
          <a:prstGeom prst="rect">
            <a:avLst/>
          </a:prstGeom>
          <a:solidFill>
            <a:srgbClr val="F5F5F5"/>
          </a:solidFill>
          <a:ln>
            <a:solidFill>
              <a:srgbClr val="61616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16161"/>
                </a:solidFill>
              </a:defRPr>
            </a:pPr>
            <a:r>
              <a:t>[Dashboard Overview]</a:t>
            </a:r>
            <a:br/>
            <a:r>
              <a:t>Insert screenshot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3200400"/>
            <a:ext cx="1920240" cy="1737360"/>
          </a:xfrm>
          <a:prstGeom prst="rect">
            <a:avLst/>
          </a:prstGeom>
          <a:solidFill>
            <a:srgbClr val="F5F5F5"/>
          </a:solidFill>
          <a:ln>
            <a:solidFill>
              <a:srgbClr val="61616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16161"/>
                </a:solidFill>
              </a:defRPr>
            </a:pPr>
            <a:r>
              <a:t>[Workflow Flags]</a:t>
            </a:r>
            <a:br/>
            <a:r>
              <a:t>Insert screenshot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188720"/>
            <a:ext cx="1920240" cy="1737360"/>
          </a:xfrm>
          <a:prstGeom prst="rect">
            <a:avLst/>
          </a:prstGeom>
          <a:solidFill>
            <a:srgbClr val="F5F5F5"/>
          </a:solidFill>
          <a:ln>
            <a:solidFill>
              <a:srgbClr val="61616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16161"/>
                </a:solidFill>
              </a:defRPr>
            </a:pPr>
            <a:r>
              <a:t>[Multi-doc Merge]</a:t>
            </a:r>
            <a:br/>
            <a:r>
              <a:t>Insert screenshot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51206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16161"/>
                </a:solidFill>
              </a:defRPr>
            </a:pPr>
            <a:r>
              <a:t>Replace placeholders with screenshots from docs/screenshots/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Challenges and Learnings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02920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0D47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Learning / Mitigation</a:t>
                      </a:r>
                    </a:p>
                  </a:txBody>
                  <a:tcPr>
                    <a:solidFill>
                      <a:srgbClr val="0D477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OCR noise on lab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Documented limitation; plain-text demo most reliable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Groq token limits on long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Evaluation uses curated excerpts; full docs for UI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LLM JSON validation failures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Retry logic in evaluation script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Medical terminology 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terminology_map.json maps aliases → canonical names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POC vs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</a:defRPr>
                      </a:pPr>
                      <a:r>
                        <a:t>Clear disclaimer — decision support, not diagnosis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577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A87"/>
                </a:solidFill>
              </a:defRPr>
            </a:pPr>
            <a:r>
              <a:t>Takeaway: Hybrid approach works best — LLM for extraction, deterministic rules for clinical flags, human review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 Summary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What we delivered: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  • Working Streamlit prototype (single + multi-document modes)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  • Synthetic demo dataset (Jane Doe diabetes case)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  • Public benchmark validation (Superinsight, Apache 2.0)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  • GitHub repo + README + evaluation scripts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Links: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  • GitHub: github.com/ayush2888/Clinical-Document-Intelligence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  • Demo: [INSERT STREAMLIT CLOUD LINK]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  • Video: [INSERT IF USING SCREEN RECORDING]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Future enhancements:</a:t>
            </a:r>
          </a:p>
          <a:p>
            <a:pPr>
              <a:spcAft>
                <a:spcPts val="800"/>
              </a:spcAft>
              <a:defRPr sz="1400">
                <a:solidFill>
                  <a:srgbClr val="212121"/>
                </a:solidFill>
              </a:defRPr>
            </a:pPr>
            <a:r>
              <a:t>  • FHIR / HL7 export  • Clinician review queue  • Production OCR  • Audit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D4771"/>
                </a:solidFill>
              </a:defRPr>
            </a:pPr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